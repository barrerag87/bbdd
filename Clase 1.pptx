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15606-E002-48C0-AE3E-1D398B725BE7}" type="datetimeFigureOut">
              <a:rPr lang="es-CL" smtClean="0"/>
              <a:t>29-01-2023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60240-BA00-4B54-AF53-822CD47A675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83615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15606-E002-48C0-AE3E-1D398B725BE7}" type="datetimeFigureOut">
              <a:rPr lang="es-CL" smtClean="0"/>
              <a:t>29-01-2023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60240-BA00-4B54-AF53-822CD47A675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35819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15606-E002-48C0-AE3E-1D398B725BE7}" type="datetimeFigureOut">
              <a:rPr lang="es-CL" smtClean="0"/>
              <a:t>29-01-2023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60240-BA00-4B54-AF53-822CD47A675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94820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15606-E002-48C0-AE3E-1D398B725BE7}" type="datetimeFigureOut">
              <a:rPr lang="es-CL" smtClean="0"/>
              <a:t>29-01-2023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60240-BA00-4B54-AF53-822CD47A675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73892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15606-E002-48C0-AE3E-1D398B725BE7}" type="datetimeFigureOut">
              <a:rPr lang="es-CL" smtClean="0"/>
              <a:t>29-01-2023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60240-BA00-4B54-AF53-822CD47A675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9115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15606-E002-48C0-AE3E-1D398B725BE7}" type="datetimeFigureOut">
              <a:rPr lang="es-CL" smtClean="0"/>
              <a:t>29-01-2023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60240-BA00-4B54-AF53-822CD47A675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43056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15606-E002-48C0-AE3E-1D398B725BE7}" type="datetimeFigureOut">
              <a:rPr lang="es-CL" smtClean="0"/>
              <a:t>29-01-2023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60240-BA00-4B54-AF53-822CD47A675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552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15606-E002-48C0-AE3E-1D398B725BE7}" type="datetimeFigureOut">
              <a:rPr lang="es-CL" smtClean="0"/>
              <a:t>29-01-2023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60240-BA00-4B54-AF53-822CD47A675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84061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15606-E002-48C0-AE3E-1D398B725BE7}" type="datetimeFigureOut">
              <a:rPr lang="es-CL" smtClean="0"/>
              <a:t>29-01-2023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60240-BA00-4B54-AF53-822CD47A675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765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15606-E002-48C0-AE3E-1D398B725BE7}" type="datetimeFigureOut">
              <a:rPr lang="es-CL" smtClean="0"/>
              <a:t>29-01-2023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60240-BA00-4B54-AF53-822CD47A675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67013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15606-E002-48C0-AE3E-1D398B725BE7}" type="datetimeFigureOut">
              <a:rPr lang="es-CL" smtClean="0"/>
              <a:t>29-01-2023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60240-BA00-4B54-AF53-822CD47A675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62289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A15606-E002-48C0-AE3E-1D398B725BE7}" type="datetimeFigureOut">
              <a:rPr lang="es-CL" smtClean="0"/>
              <a:t>29-01-2023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860240-BA00-4B54-AF53-822CD47A675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814779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D3A404-73C6-307B-9D42-252A394E2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0750" y="1346268"/>
            <a:ext cx="7810500" cy="2661189"/>
          </a:xfrm>
        </p:spPr>
        <p:txBody>
          <a:bodyPr anchor="b">
            <a:normAutofit/>
          </a:bodyPr>
          <a:lstStyle/>
          <a:p>
            <a:r>
              <a:rPr lang="es-ES" b="1" dirty="0">
                <a:latin typeface="Gungsuh" panose="02030600000101010101" pitchFamily="18" charset="-127"/>
                <a:ea typeface="Gungsuh" panose="02030600000101010101" pitchFamily="18" charset="-127"/>
              </a:rPr>
              <a:t>¿Por qué?</a:t>
            </a:r>
            <a:endParaRPr lang="es-CL" b="1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3649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7 Programming Languages That Will Be Hot in 2023 | by Konstantinos Gkizinos  | Geek Culture | Medium">
            <a:extLst>
              <a:ext uri="{FF2B5EF4-FFF2-40B4-BE49-F238E27FC236}">
                <a16:creationId xmlns:a16="http://schemas.microsoft.com/office/drawing/2014/main" id="{6F56BEF2-A759-ED88-C7AF-DD64E53DC4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8"/>
          <a:stretch/>
        </p:blipFill>
        <p:spPr bwMode="auto">
          <a:xfrm>
            <a:off x="1460597" y="10"/>
            <a:ext cx="9270806" cy="6857990"/>
          </a:xfrm>
          <a:custGeom>
            <a:avLst/>
            <a:gdLst/>
            <a:ahLst/>
            <a:cxnLst/>
            <a:rect l="l" t="t" r="r" b="b"/>
            <a:pathLst>
              <a:path w="9270806" h="6858000">
                <a:moveTo>
                  <a:pt x="1503712" y="0"/>
                </a:moveTo>
                <a:lnTo>
                  <a:pt x="7767094" y="0"/>
                </a:lnTo>
                <a:lnTo>
                  <a:pt x="7913128" y="139721"/>
                </a:lnTo>
                <a:cubicBezTo>
                  <a:pt x="8751971" y="981521"/>
                  <a:pt x="9270806" y="2144457"/>
                  <a:pt x="9270806" y="3429000"/>
                </a:cubicBezTo>
                <a:cubicBezTo>
                  <a:pt x="9270806" y="4713544"/>
                  <a:pt x="8751971" y="5876479"/>
                  <a:pt x="7913128" y="6718279"/>
                </a:cubicBezTo>
                <a:lnTo>
                  <a:pt x="7767094" y="6858000"/>
                </a:lnTo>
                <a:lnTo>
                  <a:pt x="1503712" y="6858000"/>
                </a:lnTo>
                <a:lnTo>
                  <a:pt x="1357679" y="6718279"/>
                </a:lnTo>
                <a:cubicBezTo>
                  <a:pt x="518835" y="5876479"/>
                  <a:pt x="0" y="4713544"/>
                  <a:pt x="0" y="3429000"/>
                </a:cubicBezTo>
                <a:cubicBezTo>
                  <a:pt x="0" y="2144457"/>
                  <a:pt x="518835" y="981521"/>
                  <a:pt x="1357679" y="13972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2932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op Programming Languages To Choose in 2023">
            <a:extLst>
              <a:ext uri="{FF2B5EF4-FFF2-40B4-BE49-F238E27FC236}">
                <a16:creationId xmlns:a16="http://schemas.microsoft.com/office/drawing/2014/main" id="{402DE2B8-A9CC-6D5A-A7BB-BB2BC2DB32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8465"/>
          <a:stretch/>
        </p:blipFill>
        <p:spPr bwMode="auto">
          <a:xfrm>
            <a:off x="321733" y="321733"/>
            <a:ext cx="11548534" cy="6214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747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ata Science languages | 8 Most Popular Languages of Data Science">
            <a:extLst>
              <a:ext uri="{FF2B5EF4-FFF2-40B4-BE49-F238E27FC236}">
                <a16:creationId xmlns:a16="http://schemas.microsoft.com/office/drawing/2014/main" id="{9D4CBC9C-1022-4281-232B-ECCA42A0C6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1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0783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nfografía: El Big Bang del Big Data | Statista">
            <a:extLst>
              <a:ext uri="{FF2B5EF4-FFF2-40B4-BE49-F238E27FC236}">
                <a16:creationId xmlns:a16="http://schemas.microsoft.com/office/drawing/2014/main" id="{328B93C0-B32A-E27F-6542-36A0DAFBA0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24200" y="457200"/>
            <a:ext cx="594360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0444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It's Here: The Top Songs, Artists, Podcasts, and Listening Trends of 2022 —  Spotify">
            <a:extLst>
              <a:ext uri="{FF2B5EF4-FFF2-40B4-BE49-F238E27FC236}">
                <a16:creationId xmlns:a16="http://schemas.microsoft.com/office/drawing/2014/main" id="{B7D7D9CF-93B8-102B-4305-E62528F1C9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8353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21C1660-0F51-7340-7DA2-34556D1DF6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1" b="4333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940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FEE7A1-2DA5-FAA1-1C0C-BF56D831C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latin typeface="Gungsuh" panose="020B0503020000020004" pitchFamily="18" charset="-127"/>
                <a:ea typeface="Gungsuh" panose="020B0503020000020004" pitchFamily="18" charset="-127"/>
              </a:rPr>
              <a:t>¿Qué escucha el profe?</a:t>
            </a:r>
            <a:endParaRPr lang="es-CL" b="1" dirty="0">
              <a:latin typeface="Gungsuh" panose="020B0503020000020004" pitchFamily="18" charset="-127"/>
              <a:ea typeface="Gungsuh" panose="020B0503020000020004" pitchFamily="18" charset="-127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A24536E-BCF3-B94A-82E0-072ECA795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716" y="1690688"/>
            <a:ext cx="5566568" cy="43211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34517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Qué hacer en Valparaíso, la ciudad de los cerros y el color">
            <a:extLst>
              <a:ext uri="{FF2B5EF4-FFF2-40B4-BE49-F238E27FC236}">
                <a16:creationId xmlns:a16="http://schemas.microsoft.com/office/drawing/2014/main" id="{4FF4C837-3B65-7F29-1C5C-8739E59F0A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6" b="13814"/>
          <a:stretch/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3762775-989F-CB2B-D2AE-4EC6BEABB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b="1" dirty="0">
                <a:solidFill>
                  <a:srgbClr val="FFFFFF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¿</a:t>
            </a:r>
            <a:r>
              <a:rPr lang="en-US" sz="4800" b="1" dirty="0" err="1">
                <a:solidFill>
                  <a:srgbClr val="FFFFFF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Existe</a:t>
            </a:r>
            <a:r>
              <a:rPr lang="en-US" sz="4800" b="1" dirty="0">
                <a:solidFill>
                  <a:srgbClr val="FFFFFF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</a:t>
            </a:r>
            <a:r>
              <a:rPr lang="en-US" sz="4800" b="1" dirty="0">
                <a:latin typeface="Gungsuh" panose="020B0503020000020004" pitchFamily="18" charset="-127"/>
                <a:ea typeface="Gungsuh" panose="020B0503020000020004" pitchFamily="18" charset="-127"/>
              </a:rPr>
              <a:t>un</a:t>
            </a:r>
            <a:r>
              <a:rPr lang="en-US" sz="4800" b="1" dirty="0">
                <a:solidFill>
                  <a:srgbClr val="FFFFFF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repositorio</a:t>
            </a:r>
            <a:r>
              <a:rPr lang="en-US" sz="4800" b="1" dirty="0">
                <a:solidFill>
                  <a:srgbClr val="FFFFFF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de </a:t>
            </a:r>
            <a:r>
              <a:rPr lang="en-US" sz="4800" b="1" dirty="0" err="1">
                <a:solidFill>
                  <a:srgbClr val="FFFFFF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lugares</a:t>
            </a:r>
            <a:r>
              <a:rPr lang="en-US" sz="4800" b="1" dirty="0">
                <a:solidFill>
                  <a:srgbClr val="FFFFFF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donde</a:t>
            </a:r>
            <a:r>
              <a:rPr lang="en-US" sz="4800" b="1" dirty="0">
                <a:solidFill>
                  <a:srgbClr val="FFFFFF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pueden</a:t>
            </a:r>
            <a:r>
              <a:rPr lang="en-US" sz="4800" b="1" dirty="0">
                <a:solidFill>
                  <a:srgbClr val="FFFFFF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vivir</a:t>
            </a:r>
            <a:r>
              <a:rPr lang="en-US" sz="4800" b="1" dirty="0">
                <a:solidFill>
                  <a:srgbClr val="FFFFFF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los</a:t>
            </a:r>
            <a:r>
              <a:rPr lang="en-US" sz="4800" b="1" dirty="0">
                <a:solidFill>
                  <a:srgbClr val="FFFFFF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estudiantes</a:t>
            </a:r>
            <a:r>
              <a:rPr lang="en-US" sz="4800" b="1" dirty="0">
                <a:solidFill>
                  <a:srgbClr val="FFFFFF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87711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308</TotalTime>
  <Words>22</Words>
  <Application>Microsoft Office PowerPoint</Application>
  <PresentationFormat>Panorámica</PresentationFormat>
  <Paragraphs>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Gungsuh</vt:lpstr>
      <vt:lpstr>Arial</vt:lpstr>
      <vt:lpstr>Calibri</vt:lpstr>
      <vt:lpstr>Calibri Light</vt:lpstr>
      <vt:lpstr>Tema de Office</vt:lpstr>
      <vt:lpstr>¿Por qué?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¿Qué escucha el profe?</vt:lpstr>
      <vt:lpstr>¿Existe un repositorio de lugares donde pueden vivir los estudiantes?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¿Por qué?</dc:title>
  <dc:creator>Rodrigo Barrera</dc:creator>
  <cp:lastModifiedBy>Rodrigo Barrera</cp:lastModifiedBy>
  <cp:revision>2</cp:revision>
  <dcterms:created xsi:type="dcterms:W3CDTF">2023-01-18T00:10:48Z</dcterms:created>
  <dcterms:modified xsi:type="dcterms:W3CDTF">2023-01-30T00:51:23Z</dcterms:modified>
</cp:coreProperties>
</file>